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3.xml" ContentType="application/vnd.openxmlformats-officedocument.presentationml.notes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lvl1pPr marL="0" algn="l">
      <a:defRPr sz="1800">
        <a:solidFill>
          <a:schemeClr val="tx1"/>
        </a:solidFill>
        <a:latin typeface="+mn-lt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tours the layouts, objects, builds and transitions. Press the Play button, or Cmd/Ctrl+Alt+P.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bullet appears on click (build by paragraph).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any box: the arrows follow.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Orb, Card and Headline share names with the previous slide.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914400" y="445770"/>
            <a:ext cx="103632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914400" y="509270"/>
            <a:ext cx="10363200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914400" y="6172200"/>
            <a:ext cx="711200" cy="63500"/>
          </a:xfrm>
          <a:prstGeom prst="rect">
            <a:avLst/>
          </a:prstGeom>
          <a:solidFill>
            <a:srgbClr val="B3261E"/>
          </a:solidFill>
          <a:ln>
            <a:noFill/>
          </a:ln>
        </p:spPr>
      </p:sp>
      <p:sp>
        <p:nvSpPr>
          <p:cNvPr id="5" name="Slide Number"/>
          <p:cNvSpPr/>
          <p:nvPr>
            <p:ph type="sldNum" idx="12"/>
          </p:nvPr>
        </p:nvSpPr>
        <p:spPr>
          <a:xfrm>
            <a:off x="10515600" y="6350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fld id="{B6F15528-21DE-4FAA-801E-634DDDAF4B2B}" type="slidenum">
              <a:rPr lang="en-US" sz="1200" dirty="0">
                <a:solidFill>
                  <a:srgbClr val="6B655B"/>
                </a:solidFill>
                <a:latin typeface="Iowan Old Style"/>
              </a:rPr>
              <a:t>1</a:t>
            </a:fld>
            <a:endParaRPr lang="en-US" sz="1200" dirty="0"/>
          </a:p>
        </p:txBody>
      </p:sp>
      <p:sp>
        <p:nvSpPr>
          <p:cNvPr id="6" name="Date"/>
          <p:cNvSpPr/>
          <p:nvPr>
            <p:ph type="dt" idx="10"/>
          </p:nvPr>
        </p:nvSpPr>
        <p:spPr>
          <a:xfrm>
            <a:off x="914400" y="63500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</p:txBody>
      </p:sp>
      <p:sp>
        <p:nvSpPr>
          <p:cNvPr id="7" name="Footer"/>
          <p:cNvSpPr/>
          <p:nvPr>
            <p:ph type="ftr" idx="11"/>
          </p:nvPr>
        </p:nvSpPr>
        <p:spPr>
          <a:xfrm>
            <a:off x="3657600" y="6350000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ct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914400" y="445770"/>
            <a:ext cx="103632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914400" y="509270"/>
            <a:ext cx="10363200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914400" y="6446520"/>
            <a:ext cx="10363200" cy="9525"/>
          </a:xfrm>
          <a:prstGeom prst="rect">
            <a:avLst/>
          </a:prstGeom>
          <a:solidFill>
            <a:srgbClr val="6B655B"/>
          </a:solidFill>
          <a:ln>
            <a:noFill/>
          </a:ln>
        </p:spPr>
      </p:sp>
      <p:sp>
        <p:nvSpPr>
          <p:cNvPr id="5" name="Slide Number"/>
          <p:cNvSpPr/>
          <p:nvPr>
            <p:ph type="sldNum" idx="12"/>
          </p:nvPr>
        </p:nvSpPr>
        <p:spPr>
          <a:xfrm>
            <a:off x="10515600" y="6350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fld id="{B6F15528-21DE-4FAA-801E-634DDDAF4B2B}" type="slidenum">
              <a:rPr lang="en-US" sz="1200" dirty="0">
                <a:solidFill>
                  <a:srgbClr val="6B655B"/>
                </a:solidFill>
                <a:latin typeface="Iowan Old Style"/>
              </a:rPr>
              <a:t>1</a:t>
            </a:fld>
            <a:endParaRPr lang="en-US" sz="1200" dirty="0"/>
          </a:p>
        </p:txBody>
      </p:sp>
      <p:sp>
        <p:nvSpPr>
          <p:cNvPr id="6" name="Date"/>
          <p:cNvSpPr/>
          <p:nvPr>
            <p:ph type="dt" idx="10"/>
          </p:nvPr>
        </p:nvSpPr>
        <p:spPr>
          <a:xfrm>
            <a:off x="914400" y="63500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</p:txBody>
      </p:sp>
      <p:sp>
        <p:nvSpPr>
          <p:cNvPr id="7" name="Footer"/>
          <p:cNvSpPr/>
          <p:nvPr>
            <p:ph type="ftr" idx="11"/>
          </p:nvPr>
        </p:nvSpPr>
        <p:spPr>
          <a:xfrm>
            <a:off x="3657600" y="6350000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ct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914400" y="445770"/>
            <a:ext cx="103632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914400" y="509270"/>
            <a:ext cx="10363200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914400" y="6446520"/>
            <a:ext cx="10363200" cy="9525"/>
          </a:xfrm>
          <a:prstGeom prst="rect">
            <a:avLst/>
          </a:prstGeom>
          <a:solidFill>
            <a:srgbClr val="6B655B"/>
          </a:solidFill>
          <a:ln>
            <a:noFill/>
          </a:ln>
        </p:spPr>
      </p:sp>
      <p:sp>
        <p:nvSpPr>
          <p:cNvPr id="5" name="Slide Number"/>
          <p:cNvSpPr/>
          <p:nvPr>
            <p:ph type="sldNum" idx="12"/>
          </p:nvPr>
        </p:nvSpPr>
        <p:spPr>
          <a:xfrm>
            <a:off x="10515600" y="6350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fld id="{B6F15528-21DE-4FAA-801E-634DDDAF4B2B}" type="slidenum">
              <a:rPr lang="en-US" sz="1200" dirty="0">
                <a:solidFill>
                  <a:srgbClr val="6B655B"/>
                </a:solidFill>
                <a:latin typeface="Iowan Old Style"/>
              </a:rPr>
              <a:t>1</a:t>
            </a:fld>
            <a:endParaRPr lang="en-US" sz="1200" dirty="0"/>
          </a:p>
        </p:txBody>
      </p:sp>
      <p:sp>
        <p:nvSpPr>
          <p:cNvPr id="6" name="Date"/>
          <p:cNvSpPr/>
          <p:nvPr>
            <p:ph type="dt" idx="10"/>
          </p:nvPr>
        </p:nvSpPr>
        <p:spPr>
          <a:xfrm>
            <a:off x="914400" y="63500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</p:txBody>
      </p:sp>
      <p:sp>
        <p:nvSpPr>
          <p:cNvPr id="7" name="Footer"/>
          <p:cNvSpPr/>
          <p:nvPr>
            <p:ph type="ftr" idx="11"/>
          </p:nvPr>
        </p:nvSpPr>
        <p:spPr>
          <a:xfrm>
            <a:off x="3657600" y="6350000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ct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914400" y="445770"/>
            <a:ext cx="103632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914400" y="509270"/>
            <a:ext cx="10363200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4" name="Slide Number"/>
          <p:cNvSpPr/>
          <p:nvPr>
            <p:ph type="sldNum" idx="12"/>
          </p:nvPr>
        </p:nvSpPr>
        <p:spPr>
          <a:xfrm>
            <a:off x="10515600" y="6350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fld id="{B6F15528-21DE-4FAA-801E-634DDDAF4B2B}" type="slidenum">
              <a:rPr lang="en-US" sz="1200" dirty="0">
                <a:solidFill>
                  <a:srgbClr val="6B655B"/>
                </a:solidFill>
                <a:latin typeface="Iowan Old Style"/>
              </a:rPr>
              <a:t>1</a:t>
            </a:fld>
            <a:endParaRPr lang="en-US" sz="1200" dirty="0"/>
          </a:p>
        </p:txBody>
      </p:sp>
      <p:sp>
        <p:nvSpPr>
          <p:cNvPr id="5" name="Date"/>
          <p:cNvSpPr/>
          <p:nvPr>
            <p:ph type="dt" idx="10"/>
          </p:nvPr>
        </p:nvSpPr>
        <p:spPr>
          <a:xfrm>
            <a:off x="914400" y="63500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</p:txBody>
      </p:sp>
      <p:sp>
        <p:nvSpPr>
          <p:cNvPr id="6" name="Footer"/>
          <p:cNvSpPr/>
          <p:nvPr>
            <p:ph type="ftr" idx="11"/>
          </p:nvPr>
        </p:nvSpPr>
        <p:spPr>
          <a:xfrm>
            <a:off x="3657600" y="6350000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ct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3771900"/>
            <a:ext cx="12192000" cy="3086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7200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3" name="Slide Number"/>
          <p:cNvSpPr/>
          <p:nvPr>
            <p:ph type="sldNum" idx="12"/>
          </p:nvPr>
        </p:nvSpPr>
        <p:spPr>
          <a:xfrm>
            <a:off x="10515600" y="6350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fld id="{B6F15528-21DE-4FAA-801E-634DDDAF4B2B}" type="slidenum">
              <a:rPr lang="en-US" sz="1200" dirty="0">
                <a:solidFill>
                  <a:srgbClr val="6B655B"/>
                </a:solidFill>
                <a:latin typeface="Iowan Old Style"/>
              </a:rPr>
              <a:t>1</a:t>
            </a:fld>
            <a:endParaRPr lang="en-US" sz="1200" dirty="0"/>
          </a:p>
        </p:txBody>
      </p:sp>
      <p:sp>
        <p:nvSpPr>
          <p:cNvPr id="4" name="Date"/>
          <p:cNvSpPr/>
          <p:nvPr>
            <p:ph type="dt" idx="10"/>
          </p:nvPr>
        </p:nvSpPr>
        <p:spPr>
          <a:xfrm>
            <a:off x="914400" y="63500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</p:txBody>
      </p:sp>
      <p:sp>
        <p:nvSpPr>
          <p:cNvPr id="5" name="Footer"/>
          <p:cNvSpPr/>
          <p:nvPr>
            <p:ph type="ftr" idx="11"/>
          </p:nvPr>
        </p:nvSpPr>
        <p:spPr>
          <a:xfrm>
            <a:off x="3657600" y="6350000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ct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914400" y="445770"/>
            <a:ext cx="103632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914400" y="509270"/>
            <a:ext cx="10363200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914400" y="6446520"/>
            <a:ext cx="10363200" cy="9525"/>
          </a:xfrm>
          <a:prstGeom prst="rect">
            <a:avLst/>
          </a:prstGeom>
          <a:solidFill>
            <a:srgbClr val="6B655B"/>
          </a:solidFill>
          <a:ln>
            <a:noFill/>
          </a:ln>
        </p:spPr>
      </p:sp>
      <p:sp>
        <p:nvSpPr>
          <p:cNvPr id="5" name="Slide Number"/>
          <p:cNvSpPr/>
          <p:nvPr>
            <p:ph type="sldNum" idx="12"/>
          </p:nvPr>
        </p:nvSpPr>
        <p:spPr>
          <a:xfrm>
            <a:off x="10515600" y="6350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fld id="{B6F15528-21DE-4FAA-801E-634DDDAF4B2B}" type="slidenum">
              <a:rPr lang="en-US" sz="1200" dirty="0">
                <a:solidFill>
                  <a:srgbClr val="6B655B"/>
                </a:solidFill>
                <a:latin typeface="Iowan Old Style"/>
              </a:rPr>
              <a:t>1</a:t>
            </a:fld>
            <a:endParaRPr lang="en-US" sz="1200" dirty="0"/>
          </a:p>
        </p:txBody>
      </p:sp>
      <p:sp>
        <p:nvSpPr>
          <p:cNvPr id="6" name="Date"/>
          <p:cNvSpPr/>
          <p:nvPr>
            <p:ph type="dt" idx="10"/>
          </p:nvPr>
        </p:nvSpPr>
        <p:spPr>
          <a:xfrm>
            <a:off x="914400" y="63500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</p:txBody>
      </p:sp>
      <p:sp>
        <p:nvSpPr>
          <p:cNvPr id="7" name="Footer"/>
          <p:cNvSpPr/>
          <p:nvPr>
            <p:ph type="ftr" idx="11"/>
          </p:nvPr>
        </p:nvSpPr>
        <p:spPr>
          <a:xfrm>
            <a:off x="3657600" y="6350000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ct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914400" y="445770"/>
            <a:ext cx="103632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914400" y="509270"/>
            <a:ext cx="10363200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914400" y="6172200"/>
            <a:ext cx="711200" cy="63500"/>
          </a:xfrm>
          <a:prstGeom prst="rect">
            <a:avLst/>
          </a:prstGeom>
          <a:solidFill>
            <a:srgbClr val="B3261E"/>
          </a:solidFill>
          <a:ln>
            <a:noFill/>
          </a:ln>
        </p:spPr>
      </p:sp>
      <p:sp>
        <p:nvSpPr>
          <p:cNvPr id="5" name="Rounded Rectangle 5"/>
          <p:cNvSpPr/>
          <p:nvPr/>
        </p:nvSpPr>
        <p:spPr>
          <a:xfrm>
            <a:off x="914400" y="1165860"/>
            <a:ext cx="101600" cy="274320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</p:spPr>
      </p:sp>
      <p:sp>
        <p:nvSpPr>
          <p:cNvPr id="6" name="Slide Number"/>
          <p:cNvSpPr/>
          <p:nvPr>
            <p:ph type="sldNum" idx="12"/>
          </p:nvPr>
        </p:nvSpPr>
        <p:spPr>
          <a:xfrm>
            <a:off x="10515600" y="6350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fld id="{B6F15528-21DE-4FAA-801E-634DDDAF4B2B}" type="slidenum">
              <a:rPr lang="en-US" sz="1200" dirty="0">
                <a:solidFill>
                  <a:srgbClr val="6B655B"/>
                </a:solidFill>
                <a:latin typeface="Iowan Old Style"/>
              </a:rPr>
              <a:t>1</a:t>
            </a:fld>
            <a:endParaRPr lang="en-US" sz="1200" dirty="0"/>
          </a:p>
        </p:txBody>
      </p:sp>
      <p:sp>
        <p:nvSpPr>
          <p:cNvPr id="7" name="Date"/>
          <p:cNvSpPr/>
          <p:nvPr>
            <p:ph type="dt" idx="10"/>
          </p:nvPr>
        </p:nvSpPr>
        <p:spPr>
          <a:xfrm>
            <a:off x="914400" y="63500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</p:txBody>
      </p:sp>
      <p:sp>
        <p:nvSpPr>
          <p:cNvPr id="8" name="Footer"/>
          <p:cNvSpPr/>
          <p:nvPr>
            <p:ph type="ftr" idx="11"/>
          </p:nvPr>
        </p:nvSpPr>
        <p:spPr>
          <a:xfrm>
            <a:off x="3657600" y="6350000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ct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914400" y="445770"/>
            <a:ext cx="103632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914400" y="509270"/>
            <a:ext cx="10363200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914400" y="6446520"/>
            <a:ext cx="10363200" cy="9525"/>
          </a:xfrm>
          <a:prstGeom prst="rect">
            <a:avLst/>
          </a:prstGeom>
          <a:solidFill>
            <a:srgbClr val="6B655B"/>
          </a:solidFill>
          <a:ln>
            <a:noFill/>
          </a:ln>
        </p:spPr>
      </p:sp>
      <p:sp>
        <p:nvSpPr>
          <p:cNvPr id="5" name="Slide Number"/>
          <p:cNvSpPr/>
          <p:nvPr>
            <p:ph type="sldNum" idx="12"/>
          </p:nvPr>
        </p:nvSpPr>
        <p:spPr>
          <a:xfrm>
            <a:off x="10515600" y="6350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fld id="{B6F15528-21DE-4FAA-801E-634DDDAF4B2B}" type="slidenum">
              <a:rPr lang="en-US" sz="1200" dirty="0">
                <a:solidFill>
                  <a:srgbClr val="6B655B"/>
                </a:solidFill>
                <a:latin typeface="Iowan Old Style"/>
              </a:rPr>
              <a:t>1</a:t>
            </a:fld>
            <a:endParaRPr lang="en-US" sz="1200" dirty="0"/>
          </a:p>
        </p:txBody>
      </p:sp>
      <p:sp>
        <p:nvSpPr>
          <p:cNvPr id="6" name="Date"/>
          <p:cNvSpPr/>
          <p:nvPr>
            <p:ph type="dt" idx="10"/>
          </p:nvPr>
        </p:nvSpPr>
        <p:spPr>
          <a:xfrm>
            <a:off x="914400" y="63500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</p:txBody>
      </p:sp>
      <p:sp>
        <p:nvSpPr>
          <p:cNvPr id="7" name="Footer"/>
          <p:cNvSpPr/>
          <p:nvPr>
            <p:ph type="ftr" idx="11"/>
          </p:nvPr>
        </p:nvSpPr>
        <p:spPr>
          <a:xfrm>
            <a:off x="3657600" y="6350000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ct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914400" y="445770"/>
            <a:ext cx="103632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914400" y="509270"/>
            <a:ext cx="10363200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914400" y="6446520"/>
            <a:ext cx="10363200" cy="9525"/>
          </a:xfrm>
          <a:prstGeom prst="rect">
            <a:avLst/>
          </a:prstGeom>
          <a:solidFill>
            <a:srgbClr val="6B655B"/>
          </a:solidFill>
          <a:ln>
            <a:noFill/>
          </a:ln>
        </p:spPr>
      </p:sp>
      <p:sp>
        <p:nvSpPr>
          <p:cNvPr id="5" name="Slide Number"/>
          <p:cNvSpPr/>
          <p:nvPr>
            <p:ph type="sldNum" idx="12"/>
          </p:nvPr>
        </p:nvSpPr>
        <p:spPr>
          <a:xfrm>
            <a:off x="10515600" y="6350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fld id="{B6F15528-21DE-4FAA-801E-634DDDAF4B2B}" type="slidenum">
              <a:rPr lang="en-US" sz="1200" dirty="0">
                <a:solidFill>
                  <a:srgbClr val="6B655B"/>
                </a:solidFill>
                <a:latin typeface="Iowan Old Style"/>
              </a:rPr>
              <a:t>1</a:t>
            </a:fld>
            <a:endParaRPr lang="en-US" sz="1200" dirty="0"/>
          </a:p>
        </p:txBody>
      </p:sp>
      <p:sp>
        <p:nvSpPr>
          <p:cNvPr id="6" name="Date"/>
          <p:cNvSpPr/>
          <p:nvPr>
            <p:ph type="dt" idx="10"/>
          </p:nvPr>
        </p:nvSpPr>
        <p:spPr>
          <a:xfrm>
            <a:off x="914400" y="63500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</p:txBody>
      </p:sp>
      <p:sp>
        <p:nvSpPr>
          <p:cNvPr id="7" name="Footer"/>
          <p:cNvSpPr/>
          <p:nvPr>
            <p:ph type="ftr" idx="11"/>
          </p:nvPr>
        </p:nvSpPr>
        <p:spPr>
          <a:xfrm>
            <a:off x="3657600" y="6350000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ct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/>
          <p:nvPr>
            <p:ph type="sldNum" idx="12"/>
          </p:nvPr>
        </p:nvSpPr>
        <p:spPr>
          <a:xfrm>
            <a:off x="10515600" y="6350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fld id="{B6F15528-21DE-4FAA-801E-634DDDAF4B2B}" type="slidenum">
              <a:rPr lang="en-US" sz="1200" dirty="0">
                <a:solidFill>
                  <a:srgbClr val="6B655B"/>
                </a:solidFill>
                <a:latin typeface="Iowan Old Style"/>
              </a:rPr>
              <a:t>1</a:t>
            </a:fld>
            <a:endParaRPr lang="en-US" sz="1200" dirty="0"/>
          </a:p>
        </p:txBody>
      </p:sp>
      <p:sp>
        <p:nvSpPr>
          <p:cNvPr id="3" name="Date"/>
          <p:cNvSpPr/>
          <p:nvPr>
            <p:ph type="dt" idx="10"/>
          </p:nvPr>
        </p:nvSpPr>
        <p:spPr>
          <a:xfrm>
            <a:off x="914400" y="63500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</p:txBody>
      </p:sp>
      <p:sp>
        <p:nvSpPr>
          <p:cNvPr id="4" name="Footer"/>
          <p:cNvSpPr/>
          <p:nvPr>
            <p:ph type="ftr" idx="11"/>
          </p:nvPr>
        </p:nvSpPr>
        <p:spPr>
          <a:xfrm>
            <a:off x="3657600" y="6350000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ct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914400" y="685800"/>
            <a:ext cx="10363200" cy="11658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"/>
          <p:cNvSpPr>
            <a:spLocks noGrp="1"/>
          </p:cNvSpPr>
          <p:nvPr>
            <p:ph idx="1"/>
          </p:nvPr>
        </p:nvSpPr>
        <p:spPr>
          <a:xfrm>
            <a:off x="914400" y="2057400"/>
            <a:ext cx="10363200" cy="397764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>
        <a:defRPr sz="40000" b="1">
          <a:solidFill>
            <a:schemeClr val="tx1"/>
          </a:solidFill>
          <a:latin typeface="+mj-lt"/>
        </a:defRPr>
      </a:lvl1pPr>
    </p:titleStyle>
    <p:bodyStyle>
      <a:lvl1pPr marL="0" algn="l">
        <a:defRPr sz="2800">
          <a:solidFill>
            <a:schemeClr val="tx1"/>
          </a:solidFill>
          <a:latin typeface="+mn-lt"/>
        </a:defRPr>
      </a:lvl1pPr>
    </p:bodyStyle>
    <p:otherStyle>
      <a:lvl1pPr marL="0" algn="l"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ctrTitle"/>
          </p:nvPr>
        </p:nvSpPr>
        <p:spPr>
          <a:xfrm>
            <a:off x="914400" y="1371600"/>
            <a:ext cx="10363200" cy="233172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b" rtlCol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 b="1" spc="-50" dirty="0">
                <a:solidFill>
                  <a:srgbClr val="1A1A1A"/>
                </a:solidFill>
                <a:latin typeface="Iowan Old Style"/>
              </a:rPr>
              <a:t>Stage</a:t>
            </a:r>
            <a:endParaRPr lang="en-US" sz="5800" dirty="0"/>
          </a:p>
        </p:txBody>
      </p:sp>
      <p:sp>
        <p:nvSpPr>
          <p:cNvPr id="3" name="Subtitle"/>
          <p:cNvSpPr/>
          <p:nvPr>
            <p:ph type="subTitle" idx="1"/>
          </p:nvPr>
        </p:nvSpPr>
        <p:spPr>
          <a:xfrm>
            <a:off x="914400" y="3909060"/>
            <a:ext cx="10363200" cy="109728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6B655B"/>
                </a:solidFill>
                <a:latin typeface="Iowan Old Style"/>
              </a:rPr>
              <a:t>Presentations, beautifully simple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914400" y="685800"/>
            <a:ext cx="10363200" cy="116586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spc="-50" dirty="0">
                <a:solidFill>
                  <a:srgbClr val="1A1A1A"/>
                </a:solidFill>
                <a:latin typeface="Iowan Old Style"/>
              </a:rPr>
              <a:t>Everything on one canvas</a:t>
            </a:r>
            <a:endParaRPr lang="en-US" sz="4000" dirty="0"/>
          </a:p>
        </p:txBody>
      </p:sp>
      <p:sp>
        <p:nvSpPr>
          <p:cNvPr id="3" name="Body"/>
          <p:cNvSpPr/>
          <p:nvPr>
            <p:ph idx="1"/>
          </p:nvPr>
        </p:nvSpPr>
        <p:spPr>
          <a:xfrm>
            <a:off x="914400" y="2057400"/>
            <a:ext cx="10363200" cy="397764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 rtlCol="0">
            <a:noAutofit/>
          </a:bodyPr>
          <a:lstStyle/>
          <a:p>
            <a:pPr algn="l" marL="302260" indent="-30226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800" dirty="0">
                <a:solidFill>
                  <a:srgbClr val="1A1A1A"/>
                </a:solidFill>
                <a:latin typeface="Iowan Old Style"/>
              </a:rPr>
              <a:t>Text, shapes, images, tables and charts</a:t>
            </a:r>
            <a:endParaRPr lang="en-US" sz="2800" dirty="0"/>
          </a:p>
          <a:p>
            <a:pPr algn="l" marL="302260" indent="-30226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800" dirty="0">
                <a:solidFill>
                  <a:srgbClr val="1A1A1A"/>
                </a:solidFill>
                <a:latin typeface="Iowan Old Style"/>
              </a:rPr>
              <a:t>Smart guides, snapping, rulers and a grid</a:t>
            </a:r>
            <a:endParaRPr lang="en-US" sz="2800" dirty="0"/>
          </a:p>
          <a:p>
            <a:pPr algn="l" marL="302260" indent="-30226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800" dirty="0">
                <a:solidFill>
                  <a:srgbClr val="1A1A1A"/>
                </a:solidFill>
                <a:latin typeface="Iowan Old Style"/>
              </a:rPr>
              <a:t>Themes that re-skin every slide at once</a:t>
            </a:r>
            <a:endParaRPr lang="en-US" sz="2800" dirty="0"/>
          </a:p>
          <a:p>
            <a:pPr algn="l" marL="302260" indent="-30226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800" dirty="0">
                <a:solidFill>
                  <a:srgbClr val="1A1A1A"/>
                </a:solidFill>
                <a:latin typeface="Iowan Old Style"/>
              </a:rPr>
              <a:t>Present with builds, transitions and a presenter view</a:t>
            </a:r>
            <a:endParaRPr lang="en-US" sz="2800" dirty="0"/>
          </a:p>
        </p:txBody>
      </p:sp>
    </p:spTree>
  </p:cSld>
  <p:clrMapOvr>
    <a:masterClrMapping/>
  </p:clrMapOvr>
  <p:transition spd="med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914400" y="2057400"/>
            <a:ext cx="8290560" cy="17145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b" rtlCol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spc="-50" dirty="0">
                <a:solidFill>
                  <a:srgbClr val="1A1A1A"/>
                </a:solidFill>
                <a:latin typeface="Iowan Old Style"/>
              </a:rPr>
              <a:t>Part one — The objects</a:t>
            </a:r>
            <a:endParaRPr lang="en-US" sz="5400" dirty="0"/>
          </a:p>
        </p:txBody>
      </p:sp>
      <p:sp>
        <p:nvSpPr>
          <p:cNvPr id="3" name="Subtitle"/>
          <p:cNvSpPr/>
          <p:nvPr>
            <p:ph type="subTitle" idx="1"/>
          </p:nvPr>
        </p:nvSpPr>
        <p:spPr>
          <a:xfrm>
            <a:off x="914400" y="3977640"/>
            <a:ext cx="725424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6B655B"/>
                </a:solidFill>
                <a:latin typeface="Iowan Old Style"/>
              </a:rPr>
              <a:t>Shapes, connectors, charts, tables</a:t>
            </a:r>
            <a:endParaRPr lang="en-US" sz="2400" dirty="0"/>
          </a:p>
        </p:txBody>
      </p:sp>
    </p:spTree>
  </p:cSld>
  <p:clrMapOvr>
    <a:masterClrMapping/>
  </p:clrMapOvr>
  <p:transition spd="med">
    <p:dissolv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914400" y="685800"/>
            <a:ext cx="10363200" cy="116586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spc="-50" dirty="0">
                <a:solidFill>
                  <a:srgbClr val="1A1A1A"/>
                </a:solidFill>
                <a:latin typeface="Iowan Old Style"/>
              </a:rPr>
              <a:t>Two columns, one idea</a:t>
            </a:r>
            <a:endParaRPr lang="en-US" sz="4000" dirty="0"/>
          </a:p>
        </p:txBody>
      </p:sp>
      <p:sp>
        <p:nvSpPr>
          <p:cNvPr id="3" name="Body"/>
          <p:cNvSpPr/>
          <p:nvPr>
            <p:ph idx="1"/>
          </p:nvPr>
        </p:nvSpPr>
        <p:spPr>
          <a:xfrm>
            <a:off x="914400" y="2057400"/>
            <a:ext cx="4978400" cy="397764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 rtlCol="0">
            <a:noAutofit/>
          </a:bodyPr>
          <a:lstStyle/>
          <a:p>
            <a:pPr algn="l" marL="259080" indent="-25908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400" dirty="0">
                <a:solidFill>
                  <a:srgbClr val="1A1A1A"/>
                </a:solidFill>
                <a:latin typeface="Iowan Old Style"/>
              </a:rPr>
              <a:t>Rich text with lists</a:t>
            </a:r>
            <a:endParaRPr lang="en-US" sz="2400" dirty="0"/>
          </a:p>
          <a:p>
            <a:pPr algn="l" marL="259080" indent="-25908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400" dirty="0">
                <a:solidFill>
                  <a:srgbClr val="1A1A1A"/>
                </a:solidFill>
                <a:latin typeface="Iowan Old Style"/>
              </a:rPr>
              <a:t>Fonts, sizes, colours</a:t>
            </a:r>
            <a:endParaRPr lang="en-US" sz="2400" dirty="0"/>
          </a:p>
          <a:p>
            <a:pPr algn="l" marL="259080" indent="-25908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400" dirty="0">
                <a:solidFill>
                  <a:srgbClr val="1A1A1A"/>
                </a:solidFill>
                <a:latin typeface="Iowan Old Style"/>
              </a:rPr>
              <a:t>Columns and autofit</a:t>
            </a:r>
            <a:endParaRPr lang="en-US" sz="2400" dirty="0"/>
          </a:p>
        </p:txBody>
      </p:sp>
      <p:sp>
        <p:nvSpPr>
          <p:cNvPr id="4" name="Body 2"/>
          <p:cNvSpPr/>
          <p:nvPr>
            <p:ph idx="2"/>
          </p:nvPr>
        </p:nvSpPr>
        <p:spPr>
          <a:xfrm>
            <a:off x="6299200" y="2057400"/>
            <a:ext cx="4978400" cy="397764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 rtlCol="0">
            <a:noAutofit/>
          </a:bodyPr>
          <a:lstStyle/>
          <a:p>
            <a:pPr algn="l" marL="259080" indent="-25908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1A1A1A"/>
                </a:solidFill>
                <a:latin typeface="Iowan Old Style"/>
              </a:rPr>
              <a:t>Numbered or lettered lists</a:t>
            </a:r>
            <a:endParaRPr lang="en-US" sz="2400" dirty="0"/>
          </a:p>
          <a:p>
            <a:pPr algn="l" marL="259080" indent="-25908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1A1A1A"/>
                </a:solidFill>
                <a:latin typeface="Iowan Old Style"/>
              </a:rPr>
              <a:t>Hyperlinks and fields</a:t>
            </a:r>
            <a:endParaRPr lang="en-US" sz="2400" dirty="0"/>
          </a:p>
          <a:p>
            <a:pPr algn="l" marL="259080" indent="-25908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1A1A1A"/>
                </a:solidFill>
                <a:latin typeface="Iowan Old Style"/>
              </a:rPr>
              <a:t>Speaker notes</a:t>
            </a:r>
            <a:endParaRPr lang="en-US" sz="2400" dirty="0"/>
          </a:p>
        </p:txBody>
      </p:sp>
    </p:spTree>
  </p:cSld>
  <p:clrMapOvr>
    <a:masterClrMapping/>
  </p:clrMapOvr>
  <p:transition spd="med">
    <p:cover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914400" y="685800"/>
            <a:ext cx="10363200" cy="116586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spc="-50" dirty="0">
                <a:solidFill>
                  <a:srgbClr val="1A1A1A"/>
                </a:solidFill>
                <a:latin typeface="Iowan Old Style"/>
              </a:rPr>
              <a:t>Diagrams that stay connected</a:t>
            </a:r>
            <a:endParaRPr lang="en-US" sz="4000" dirty="0"/>
          </a:p>
        </p:txBody>
      </p:sp>
      <p:sp>
        <p:nvSpPr>
          <p:cNvPr id="3" name="Idea"/>
          <p:cNvSpPr/>
          <p:nvPr/>
        </p:nvSpPr>
        <p:spPr>
          <a:xfrm>
            <a:off x="1143000" y="2921000"/>
            <a:ext cx="2540000" cy="1143000"/>
          </a:xfrm>
          <a:prstGeom prst="roundRect">
            <a:avLst>
              <a:gd name="adj" fmla="val 16000"/>
            </a:avLst>
          </a:prstGeom>
          <a:solidFill>
            <a:srgbClr val="B3261E"/>
          </a:solidFill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ct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Iowan Old Style"/>
              </a:rPr>
              <a:t>Idea</a:t>
            </a:r>
            <a:endParaRPr lang="en-US" sz="2800" dirty="0"/>
          </a:p>
        </p:txBody>
      </p:sp>
      <p:sp>
        <p:nvSpPr>
          <p:cNvPr id="4" name="Build"/>
          <p:cNvSpPr/>
          <p:nvPr/>
        </p:nvSpPr>
        <p:spPr>
          <a:xfrm>
            <a:off x="4826000" y="1778000"/>
            <a:ext cx="2540000" cy="1143000"/>
          </a:xfrm>
          <a:custGeom>
            <a:avLst/>
            <a:gdLst/>
            <a:ahLst/>
            <a:cxnLst/>
            <a:rect l="0" t="0" r="r" b="b"/>
            <a:pathLst>
              <a:path w="2540000" h="1143000">
                <a:moveTo>
                  <a:pt x="635000" y="0"/>
                </a:moveTo>
                <a:lnTo>
                  <a:pt x="1905000" y="0"/>
                </a:lnTo>
                <a:lnTo>
                  <a:pt x="2540000" y="571500"/>
                </a:lnTo>
                <a:lnTo>
                  <a:pt x="1905000" y="1143000"/>
                </a:lnTo>
                <a:lnTo>
                  <a:pt x="635000" y="1143000"/>
                </a:lnTo>
                <a:lnTo>
                  <a:pt x="0" y="571500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ct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Iowan Old Style"/>
              </a:rPr>
              <a:t>Build</a:t>
            </a:r>
            <a:endParaRPr lang="en-US" sz="2800" dirty="0"/>
          </a:p>
        </p:txBody>
      </p:sp>
      <p:sp>
        <p:nvSpPr>
          <p:cNvPr id="5" name="Test"/>
          <p:cNvSpPr/>
          <p:nvPr/>
        </p:nvSpPr>
        <p:spPr>
          <a:xfrm>
            <a:off x="4826000" y="4318000"/>
            <a:ext cx="2540000" cy="1397000"/>
          </a:xfrm>
          <a:custGeom>
            <a:avLst/>
            <a:gdLst/>
            <a:ahLst/>
            <a:cxnLst/>
            <a:rect l="0" t="0" r="r" b="b"/>
            <a:pathLst>
              <a:path w="2540000" h="1397000">
                <a:moveTo>
                  <a:pt x="1270000" y="0"/>
                </a:moveTo>
                <a:lnTo>
                  <a:pt x="2540000" y="698500"/>
                </a:lnTo>
                <a:lnTo>
                  <a:pt x="1270000" y="1397000"/>
                </a:lnTo>
                <a:lnTo>
                  <a:pt x="0" y="698500"/>
                </a:lnTo>
                <a:close/>
              </a:path>
            </a:pathLst>
          </a:custGeom>
          <a:solidFill>
            <a:srgbClr val="C58B2A"/>
          </a:solidFill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ct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Iowan Old Style"/>
              </a:rPr>
              <a:t>Works?</a:t>
            </a:r>
            <a:endParaRPr lang="en-US" sz="2800" dirty="0"/>
          </a:p>
        </p:txBody>
      </p:sp>
      <p:sp>
        <p:nvSpPr>
          <p:cNvPr id="6" name="Ship"/>
          <p:cNvSpPr/>
          <p:nvPr/>
        </p:nvSpPr>
        <p:spPr>
          <a:xfrm>
            <a:off x="8763000" y="2730500"/>
            <a:ext cx="1778000" cy="1651000"/>
          </a:xfrm>
          <a:custGeom>
            <a:avLst/>
            <a:gdLst/>
            <a:ahLst/>
            <a:cxnLst/>
            <a:rect l="0" t="0" r="r" b="b"/>
            <a:pathLst>
              <a:path w="1778000" h="1651000">
                <a:moveTo>
                  <a:pt x="889000" y="0"/>
                </a:moveTo>
                <a:lnTo>
                  <a:pt x="1098042" y="558419"/>
                </a:lnTo>
                <a:lnTo>
                  <a:pt x="1734439" y="570357"/>
                </a:lnTo>
                <a:lnTo>
                  <a:pt x="1227201" y="927481"/>
                </a:lnTo>
                <a:lnTo>
                  <a:pt x="1411478" y="1493393"/>
                </a:lnTo>
                <a:lnTo>
                  <a:pt x="889000" y="1155700"/>
                </a:lnTo>
                <a:lnTo>
                  <a:pt x="366522" y="1493393"/>
                </a:lnTo>
                <a:lnTo>
                  <a:pt x="550799" y="927481"/>
                </a:lnTo>
                <a:lnTo>
                  <a:pt x="43561" y="570357"/>
                </a:lnTo>
                <a:lnTo>
                  <a:pt x="679958" y="558419"/>
                </a:lnTo>
                <a:close/>
              </a:path>
            </a:pathLst>
          </a:custGeom>
          <a:solidFill>
            <a:srgbClr val="3A6B4F"/>
          </a:solidFill>
          <a:ln>
            <a:noFill/>
          </a:ln>
        </p:spPr>
      </p:sp>
      <p:cxnSp>
        <p:nvCxnSpPr>
          <p:cNvPr id="7" name="Connector 7"/>
          <p:cNvCxnSpPr>
            <a:stCxn id="3" idx="3"/>
            <a:endCxn id="4" idx="1"/>
          </p:cNvCxnSpPr>
          <p:nvPr/>
        </p:nvCxnSpPr>
        <p:spPr>
          <a:xfrm flipV="1">
            <a:off x="3683000" y="2349500"/>
            <a:ext cx="1143000" cy="1143000"/>
          </a:xfrm>
          <a:prstGeom prst="bentConnector3">
            <a:avLst/>
          </a:prstGeom>
          <a:ln w="38100" cap="flat">
            <a:solidFill>
              <a:srgbClr val="1A1A1A"/>
            </a:solidFill>
            <a:prstDash val="solid"/>
            <a:round/>
            <a:tailEnd type="triangle" w="med" len="med"/>
          </a:ln>
        </p:spPr>
      </p:cxnSp>
      <p:cxnSp>
        <p:nvCxnSpPr>
          <p:cNvPr id="8" name="Connector 8"/>
          <p:cNvCxnSpPr>
            <a:stCxn id="3" idx="3"/>
            <a:endCxn id="5" idx="1"/>
          </p:cNvCxnSpPr>
          <p:nvPr/>
        </p:nvCxnSpPr>
        <p:spPr>
          <a:xfrm>
            <a:off x="3683000" y="3492500"/>
            <a:ext cx="1143000" cy="1524000"/>
          </a:xfrm>
          <a:prstGeom prst="curvedConnector3">
            <a:avLst/>
          </a:prstGeom>
          <a:ln w="38100" cap="flat">
            <a:solidFill>
              <a:srgbClr val="1A1A1A"/>
            </a:solidFill>
            <a:prstDash val="solid"/>
            <a:round/>
            <a:tailEnd type="triangle" w="med" len="med"/>
          </a:ln>
        </p:spPr>
      </p:cxnSp>
      <p:cxnSp>
        <p:nvCxnSpPr>
          <p:cNvPr id="9" name="Connector 9"/>
          <p:cNvCxnSpPr>
            <a:stCxn id="4" idx="3"/>
            <a:endCxn id="6" idx="1"/>
          </p:cNvCxnSpPr>
          <p:nvPr/>
        </p:nvCxnSpPr>
        <p:spPr>
          <a:xfrm>
            <a:off x="7366000" y="2349500"/>
            <a:ext cx="1397000" cy="1206500"/>
          </a:xfrm>
          <a:prstGeom prst="bentConnector3">
            <a:avLst/>
          </a:prstGeom>
          <a:ln w="38100" cap="flat">
            <a:solidFill>
              <a:srgbClr val="1A1A1A"/>
            </a:solidFill>
            <a:prstDash val="solid"/>
            <a:round/>
            <a:tailEnd type="triangle" w="med" len="med"/>
          </a:ln>
        </p:spPr>
      </p:cxnSp>
      <p:cxnSp>
        <p:nvCxnSpPr>
          <p:cNvPr id="10" name="Connector 10"/>
          <p:cNvCxnSpPr>
            <a:stCxn id="5" idx="3"/>
            <a:endCxn id="6" idx="2"/>
          </p:cNvCxnSpPr>
          <p:nvPr/>
        </p:nvCxnSpPr>
        <p:spPr>
          <a:xfrm flipV="1">
            <a:off x="7366000" y="4381500"/>
            <a:ext cx="2286000" cy="635000"/>
          </a:xfrm>
          <a:prstGeom prst="line">
            <a:avLst/>
          </a:prstGeom>
          <a:ln w="38100" cap="flat">
            <a:solidFill>
              <a:srgbClr val="1A1A1A"/>
            </a:solidFill>
            <a:prstDash val="solid"/>
            <a:round/>
            <a:tailEnd type="triangle" w="med" len="med"/>
          </a:ln>
        </p:spPr>
      </p:cxn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914400" y="685800"/>
            <a:ext cx="10363200" cy="116586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spc="-50" dirty="0">
                <a:solidFill>
                  <a:srgbClr val="1A1A1A"/>
                </a:solidFill>
                <a:latin typeface="Iowan Old Style"/>
              </a:rPr>
              <a:t>Charts with editable data</a:t>
            </a:r>
            <a:endParaRPr lang="en-US" sz="4000" dirty="0"/>
          </a:p>
        </p:txBody>
      </p:sp>
      <p:pic>
        <p:nvPicPr>
          <p:cNvPr id="3" name="Revenue" descr="ZS-CHART:{&quot;kind&quot;:&quot;column&quot;,&quot;data&quot;:{&quot;cats&quot;:[&quot;Q1&quot;,&quot;Q2&quot;,&quot;Q3&quot;,&quot;Q4&quot;],&quot;series&quot;:[{&quot;name&quot;:&quot;2025&quot;,&quot;vals&quot;:[32,45,38,61]},{&quot;name&quot;:&quot;2026&quot;,&quot;vals&quot;:[41,58,52,79]}]},&quot;opt&quot;:{&quot;legend&quot;:true,&quot;grid&quot;:true,&quot;labels&quot;:true}}"/>
          <p:cNvPicPr>
            <a:picLocks noChangeAspect="1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>
            <a:off x="889000" y="1905000"/>
            <a:ext cx="6604000" cy="4318000"/>
          </a:xfrm>
          <a:prstGeom prst="rect">
            <a:avLst/>
          </a:prstGeom>
        </p:spPr>
      </p:pic>
      <p:pic>
        <p:nvPicPr>
          <p:cNvPr id="4" name="Mix" descr="ZS-CHART:{&quot;kind&quot;:&quot;donut&quot;,&quot;data&quot;:{&quot;cats&quot;:[&quot;Direct&quot;,&quot;Partners&quot;,&quot;Online&quot;],&quot;series&quot;:[{&quot;name&quot;:&quot;Mix&quot;,&quot;vals&quot;:[48,27,25]}]},&quot;opt&quot;:{&quot;legend&quot;:true}}"/>
          <p:cNvPicPr>
            <a:picLocks noChangeAspect="1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>
            <a:off x="7874000" y="2032000"/>
            <a:ext cx="3429000" cy="4064000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914400" y="685800"/>
            <a:ext cx="10363200" cy="116586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spc="-50" dirty="0">
                <a:solidFill>
                  <a:srgbClr val="1A1A1A"/>
                </a:solidFill>
                <a:latin typeface="Iowan Old Style"/>
              </a:rPr>
              <a:t>Tables</a:t>
            </a:r>
            <a:endParaRPr lang="en-US" sz="4000" dirty="0"/>
          </a:p>
        </p:txBody>
      </p:sp>
      <p:graphicFrame>
        <p:nvGraphicFramePr>
          <p:cNvPr id="3" name="Roadmap"/>
          <p:cNvGraphicFramePr>
            <a:graphicFrameLocks noGrp="1"/>
          </p:cNvGraphicFramePr>
          <p:nvPr/>
        </p:nvGraphicFramePr>
        <p:xfrm>
          <a:off x="1016000" y="2032000"/>
          <a:ext cx="10160000" cy="3175000"/>
        </p:xfrm>
        <a:graphic>
          <a:graphicData uri="http://schemas.openxmlformats.org/drawingml/2006/table">
            <a:tbl>
              <a:tblPr firstRow="1" bandRow="1"/>
              <a:tblGrid>
                <a:gridCol w="2540000"/>
                <a:gridCol w="2540000"/>
                <a:gridCol w="2540000"/>
                <a:gridCol w="2540000"/>
              </a:tblGrid>
              <a:tr h="6350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Iowan Old Style"/>
                        </a:rPr>
                        <a:t>Milestone</a:t>
                      </a:r>
                      <a:endParaRPr lang="en-US" sz="2000" dirty="0"/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Iowan Old Style"/>
                        </a:rPr>
                        <a:t>Owner</a:t>
                      </a:r>
                      <a:endParaRPr lang="en-US" sz="2000" dirty="0"/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Iowan Old Style"/>
                        </a:rPr>
                        <a:t>Date</a:t>
                      </a:r>
                      <a:endParaRPr lang="en-US" sz="2000" dirty="0"/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Iowan Old Style"/>
                        </a:rPr>
                        <a:t>Status</a:t>
                      </a:r>
                      <a:endParaRPr lang="en-US" sz="2000" dirty="0"/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B3261E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Iowan Old Style"/>
                        </a:rPr>
                        <a:t>Alpha</a:t>
                      </a:r>
                      <a:endParaRPr lang="en-US" sz="2000" dirty="0"/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Iowan Old Style"/>
                        </a:rPr>
                        <a:t>Dana</a:t>
                      </a:r>
                      <a:endParaRPr lang="en-US" sz="2000" dirty="0"/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Iowan Old Style"/>
                        </a:rPr>
                        <a:t>Mar 12</a:t>
                      </a:r>
                      <a:endParaRPr lang="en-US" sz="2000" dirty="0"/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Iowan Old Style"/>
                        </a:rPr>
                        <a:t>Done</a:t>
                      </a:r>
                      <a:endParaRPr lang="en-US" sz="2000" dirty="0"/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Iowan Old Style"/>
                        </a:rPr>
                        <a:t>Beta</a:t>
                      </a:r>
                      <a:endParaRPr lang="en-US" sz="2000" dirty="0"/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B3261E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Iowan Old Style"/>
                        </a:rPr>
                        <a:t>Lee</a:t>
                      </a:r>
                      <a:endParaRPr lang="en-US" sz="2000" dirty="0"/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B3261E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Iowan Old Style"/>
                        </a:rPr>
                        <a:t>May 02</a:t>
                      </a:r>
                      <a:endParaRPr lang="en-US" sz="2000" dirty="0"/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B3261E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Iowan Old Style"/>
                        </a:rPr>
                        <a:t>In progress</a:t>
                      </a:r>
                      <a:endParaRPr lang="en-US" sz="2000" dirty="0"/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B3261E">
                        <a:alpha val="10000"/>
                      </a:srgbClr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Iowan Old Style"/>
                        </a:rPr>
                        <a:t>Launch</a:t>
                      </a:r>
                      <a:endParaRPr lang="en-US" sz="2000" dirty="0"/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Iowan Old Style"/>
                        </a:rPr>
                        <a:t>Priya</a:t>
                      </a:r>
                      <a:endParaRPr lang="en-US" sz="2000" dirty="0"/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Iowan Old Style"/>
                        </a:rPr>
                        <a:t>Jul 21</a:t>
                      </a:r>
                      <a:endParaRPr lang="en-US" sz="2000" dirty="0"/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Iowan Old Style"/>
                        </a:rPr>
                        <a:t>Planned</a:t>
                      </a:r>
                      <a:endParaRPr lang="en-US" sz="2000" dirty="0"/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Iowan Old Style"/>
                        </a:rPr>
                        <a:t>Review</a:t>
                      </a:r>
                      <a:endParaRPr lang="en-US" sz="2000" dirty="0"/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B3261E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Iowan Old Style"/>
                        </a:rPr>
                        <a:t>Sam</a:t>
                      </a:r>
                      <a:endParaRPr lang="en-US" sz="2000" dirty="0"/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B3261E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Iowan Old Style"/>
                        </a:rPr>
                        <a:t>Sep 30</a:t>
                      </a:r>
                      <a:endParaRPr lang="en-US" sz="2000" dirty="0"/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B3261E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Iowan Old Style"/>
                        </a:rPr>
                        <a:t>Planned</a:t>
                      </a:r>
                      <a:endParaRPr lang="en-US" sz="2000" dirty="0"/>
                    </a:p>
                  </a:txBody>
                  <a:tcPr marL="101600" marR="1016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B3261E">
                        <a:alpha val="1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ct"/>
          <p:cNvSpPr/>
          <p:nvPr>
            <p:ph idx="16"/>
          </p:nvPr>
        </p:nvSpPr>
        <p:spPr>
          <a:xfrm>
            <a:off x="914400" y="960120"/>
            <a:ext cx="10363200" cy="301752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b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 b="1" spc="-300" dirty="0">
                <a:solidFill>
                  <a:srgbClr val="B3261E"/>
                </a:solidFill>
                <a:latin typeface="Iowan Old Style"/>
              </a:rPr>
              <a:t>87%</a:t>
            </a:r>
            <a:endParaRPr lang="en-US" sz="15000" dirty="0"/>
          </a:p>
        </p:txBody>
      </p:sp>
      <p:sp>
        <p:nvSpPr>
          <p:cNvPr id="3" name="Description"/>
          <p:cNvSpPr/>
          <p:nvPr>
            <p:ph idx="17"/>
          </p:nvPr>
        </p:nvSpPr>
        <p:spPr>
          <a:xfrm>
            <a:off x="914400" y="4114800"/>
            <a:ext cx="10363200" cy="123444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1A1A1A"/>
                </a:solidFill>
                <a:latin typeface="Iowan Old Style"/>
              </a:rPr>
              <a:t>of the room says it feels native</a:t>
            </a:r>
            <a:endParaRPr lang="en-US" sz="2800" dirty="0"/>
          </a:p>
        </p:txBody>
      </p:sp>
    </p:spTree>
  </p:cSld>
  <p:clrMapOvr>
    <a:masterClrMapping/>
  </p:clrMapOvr>
  <p:transition spd="med">
    <p:zoom dir="in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/>
          <p:nvPr>
            <p:ph idx="14"/>
          </p:nvPr>
        </p:nvSpPr>
        <p:spPr>
          <a:xfrm>
            <a:off x="1371600" y="960120"/>
            <a:ext cx="9906000" cy="315468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i="1" dirty="0">
                <a:solidFill>
                  <a:srgbClr val="1A1A1A"/>
                </a:solidFill>
                <a:latin typeface="Iowan Old Style"/>
              </a:rPr>
              <a:t>“Simple is not the absence of detail. It is the right detail, in the right place.”</a:t>
            </a:r>
            <a:endParaRPr lang="en-US" sz="4000" dirty="0"/>
          </a:p>
        </p:txBody>
      </p:sp>
      <p:sp>
        <p:nvSpPr>
          <p:cNvPr id="3" name="Attribution"/>
          <p:cNvSpPr/>
          <p:nvPr>
            <p:ph idx="15"/>
          </p:nvPr>
        </p:nvSpPr>
        <p:spPr>
          <a:xfrm>
            <a:off x="1371600" y="4526280"/>
            <a:ext cx="9906000" cy="6858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6B655B"/>
                </a:solidFill>
                <a:latin typeface="Iowan Old Style"/>
              </a:rPr>
              <a:t>— Stage sample quote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"/>
          <p:cNvPicPr>
            <a:picLocks noChangeAspect="1"/>
          </p:cNvPicPr>
          <p:nvPr/>
        </p:nvPicPr>
        <p:blipFill>
          <a:blip r:embed="rId2"/>
          <a:srcRect l="0" t="7813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"/>
          <p:cNvSpPr/>
          <p:nvPr>
            <p:ph type="title"/>
          </p:nvPr>
        </p:nvSpPr>
        <p:spPr>
          <a:xfrm>
            <a:off x="914400" y="4800600"/>
            <a:ext cx="10363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b" rtlCol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spc="-50" dirty="0">
                <a:solidFill>
                  <a:srgbClr val="FFFFFF"/>
                </a:solidFill>
                <a:latin typeface="Iowan Old Style"/>
              </a:rPr>
              <a:t>Photo layout with a built-in scrim</a:t>
            </a:r>
            <a:endParaRPr lang="en-US" sz="4400" dirty="0"/>
          </a:p>
        </p:txBody>
      </p:sp>
    </p:spTree>
  </p:cSld>
  <p:clrMapOvr>
    <a:masterClrMapping/>
  </p:clrMapOvr>
  <p:transition spd="med">
    <p:dissolv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"/>
          <p:cNvPicPr>
            <a:picLocks noChangeAspect="1"/>
          </p:cNvPicPr>
          <p:nvPr/>
        </p:nvPicPr>
        <p:blipFill>
          <a:blip r:embed="rId2"/>
          <a:srcRect l="20000" t="0" r="30000" b="0"/>
          <a:stretch>
            <a:fillRect/>
          </a:stretch>
        </p:blipFill>
        <p:spPr>
          <a:xfrm>
            <a:off x="0" y="0"/>
            <a:ext cx="5608320" cy="6858000"/>
          </a:xfrm>
          <a:prstGeom prst="rect">
            <a:avLst/>
          </a:prstGeom>
        </p:spPr>
      </p:pic>
      <p:sp>
        <p:nvSpPr>
          <p:cNvPr id="3" name="Title"/>
          <p:cNvSpPr/>
          <p:nvPr>
            <p:ph type="title"/>
          </p:nvPr>
        </p:nvSpPr>
        <p:spPr>
          <a:xfrm>
            <a:off x="6096000" y="822960"/>
            <a:ext cx="5120640" cy="17145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b" rtlCol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spc="-50" dirty="0">
                <a:solidFill>
                  <a:srgbClr val="1A1A1A"/>
                </a:solidFill>
                <a:latin typeface="Iowan Old Style"/>
              </a:rPr>
              <a:t>Crop, mask and adjust images</a:t>
            </a:r>
            <a:endParaRPr lang="en-US" sz="3800" dirty="0"/>
          </a:p>
        </p:txBody>
      </p:sp>
      <p:sp>
        <p:nvSpPr>
          <p:cNvPr id="4" name="Body"/>
          <p:cNvSpPr/>
          <p:nvPr>
            <p:ph idx="1"/>
          </p:nvPr>
        </p:nvSpPr>
        <p:spPr>
          <a:xfrm>
            <a:off x="6096000" y="2880360"/>
            <a:ext cx="5120640" cy="315468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 rtlCol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Iowan Old Style"/>
              </a:rPr>
              <a:t>Mask an image to any shape</a:t>
            </a:r>
            <a:endParaRPr lang="en-US" sz="2200" dirty="0"/>
          </a:p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Iowan Old Style"/>
              </a:rPr>
              <a:t>Brightness, contrast, colour</a:t>
            </a:r>
            <a:endParaRPr lang="en-US" sz="2200" dirty="0"/>
          </a:p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Iowan Old Style"/>
              </a:rPr>
              <a:t>Drop shadow and reflection</a:t>
            </a:r>
            <a:endParaRPr lang="en-US" sz="2200" dirty="0"/>
          </a:p>
        </p:txBody>
      </p:sp>
    </p:spTree>
  </p:cSld>
  <p:clrMapOvr>
    <a:masterClrMapping/>
  </p:clrMapOvr>
  <p:transition spd="med">
    <p:push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1016000" y="762000"/>
            <a:ext cx="762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1A1A1A"/>
                </a:solidFill>
                <a:latin typeface="Iowan Old Style"/>
              </a:rPr>
              <a:t>Magic Move</a:t>
            </a:r>
            <a:endParaRPr lang="en-US" sz="4400" dirty="0"/>
          </a:p>
        </p:txBody>
      </p:sp>
      <p:sp>
        <p:nvSpPr>
          <p:cNvPr id="3" name="Orb"/>
          <p:cNvSpPr/>
          <p:nvPr/>
        </p:nvSpPr>
        <p:spPr>
          <a:xfrm>
            <a:off x="1016000" y="3810000"/>
            <a:ext cx="1524000" cy="1524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</p:sp>
      <p:sp>
        <p:nvSpPr>
          <p:cNvPr id="4" name="Card"/>
          <p:cNvSpPr/>
          <p:nvPr/>
        </p:nvSpPr>
        <p:spPr>
          <a:xfrm>
            <a:off x="3810000" y="4064000"/>
            <a:ext cx="2032000" cy="1143000"/>
          </a:xfrm>
          <a:prstGeom prst="roundRect">
            <a:avLst>
              <a:gd name="adj" fmla="val 16000"/>
            </a:avLst>
          </a:prstGeom>
          <a:solidFill>
            <a:srgbClr val="C58B2A"/>
          </a:solidFill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ct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Iowan Old Style"/>
              </a:rPr>
              <a:t>Same name</a:t>
            </a:r>
            <a:endParaRPr lang="en-US" sz="2800" dirty="0"/>
          </a:p>
        </p:txBody>
      </p:sp>
    </p:spTree>
  </p:cSld>
  <p:clrMapOvr>
    <a:masterClrMapping/>
  </p:clrMapOvr>
  <p:transition spd="med">
    <p:dissolv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4191000" y="5080000"/>
            <a:ext cx="762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A1A1A"/>
                </a:solidFill>
                <a:latin typeface="Iowan Old Style"/>
              </a:rPr>
              <a:t>Matching names morph</a:t>
            </a:r>
            <a:endParaRPr lang="en-US" sz="2800" dirty="0"/>
          </a:p>
        </p:txBody>
      </p:sp>
      <p:sp>
        <p:nvSpPr>
          <p:cNvPr id="3" name="Orb"/>
          <p:cNvSpPr/>
          <p:nvPr/>
        </p:nvSpPr>
        <p:spPr>
          <a:xfrm>
            <a:off x="8890000" y="1016000"/>
            <a:ext cx="2794000" cy="2794000"/>
          </a:xfrm>
          <a:prstGeom prst="ellipse">
            <a:avLst/>
          </a:prstGeom>
          <a:solidFill>
            <a:srgbClr val="B3261E"/>
          </a:solidFill>
          <a:ln>
            <a:noFill/>
          </a:ln>
        </p:spPr>
      </p:sp>
      <p:sp>
        <p:nvSpPr>
          <p:cNvPr id="4" name="Card"/>
          <p:cNvSpPr/>
          <p:nvPr/>
        </p:nvSpPr>
        <p:spPr>
          <a:xfrm rot="600000">
            <a:off x="1524000" y="1524000"/>
            <a:ext cx="4318000" cy="2286000"/>
          </a:xfrm>
          <a:prstGeom prst="roundRect">
            <a:avLst>
              <a:gd name="adj" fmla="val 16000"/>
            </a:avLst>
          </a:prstGeom>
          <a:solidFill>
            <a:srgbClr val="C58B2A"/>
          </a:solidFill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ct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Iowan Old Style"/>
              </a:rPr>
              <a:t>Same name</a:t>
            </a:r>
            <a:endParaRPr lang="en-US" sz="280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914400" y="685800"/>
            <a:ext cx="10363200" cy="116586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spc="-50" dirty="0">
                <a:solidFill>
                  <a:srgbClr val="1A1A1A"/>
                </a:solidFill>
                <a:latin typeface="Iowan Old Style"/>
              </a:rPr>
              <a:t>Builds: in, out and emphasis</a:t>
            </a:r>
            <a:endParaRPr lang="en-US" sz="4000" dirty="0"/>
          </a:p>
        </p:txBody>
      </p:sp>
      <p:sp>
        <p:nvSpPr>
          <p:cNvPr id="3" name="One"/>
          <p:cNvSpPr/>
          <p:nvPr/>
        </p:nvSpPr>
        <p:spPr>
          <a:xfrm>
            <a:off x="1143000" y="2540000"/>
            <a:ext cx="3048000" cy="2032000"/>
          </a:xfrm>
          <a:prstGeom prst="roundRect">
            <a:avLst>
              <a:gd name="adj" fmla="val 16000"/>
            </a:avLst>
          </a:prstGeom>
          <a:solidFill>
            <a:srgbClr val="B3261E"/>
          </a:solidFill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ct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Iowan Old Style"/>
              </a:rPr>
              <a:t>Fly in</a:t>
            </a:r>
            <a:endParaRPr lang="en-US" sz="2800" dirty="0"/>
          </a:p>
        </p:txBody>
      </p:sp>
      <p:sp>
        <p:nvSpPr>
          <p:cNvPr id="4" name="Two"/>
          <p:cNvSpPr/>
          <p:nvPr/>
        </p:nvSpPr>
        <p:spPr>
          <a:xfrm>
            <a:off x="4572000" y="2540000"/>
            <a:ext cx="3048000" cy="2032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ct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Iowan Old Style"/>
              </a:rPr>
              <a:t>Spin in</a:t>
            </a:r>
            <a:endParaRPr lang="en-US" sz="2800" dirty="0"/>
          </a:p>
        </p:txBody>
      </p:sp>
      <p:sp>
        <p:nvSpPr>
          <p:cNvPr id="5" name="Three"/>
          <p:cNvSpPr/>
          <p:nvPr/>
        </p:nvSpPr>
        <p:spPr>
          <a:xfrm>
            <a:off x="8001000" y="2540000"/>
            <a:ext cx="3048000" cy="2032000"/>
          </a:xfrm>
          <a:prstGeom prst="diamond">
            <a:avLst/>
          </a:prstGeom>
          <a:solidFill>
            <a:srgbClr val="3A6B4F"/>
          </a:solidFill>
          <a:ln>
            <a:noFill/>
          </a:ln>
        </p:spPr>
        <p:txBody>
          <a:bodyPr wrap="square" lIns="76200" tIns="76200" rIns="76200" bIns="76200" anchor="ctr" rtlCol="0">
            <a:noAutofit/>
          </a:bodyPr>
          <a:lstStyle/>
          <a:p>
            <a:pPr algn="ctr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Iowan Old Style"/>
              </a:rPr>
              <a:t>Pulse</a:t>
            </a:r>
            <a:endParaRPr lang="en-US" sz="2800" dirty="0"/>
          </a:p>
        </p:txBody>
      </p:sp>
    </p:spTree>
  </p:cSld>
  <p:clrMapOvr>
    <a:masterClrMapping/>
  </p:clrMapOvr>
  <p:transition spd="med">
    <p:cover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ctrTitle"/>
          </p:nvPr>
        </p:nvSpPr>
        <p:spPr>
          <a:xfrm>
            <a:off x="914400" y="1371600"/>
            <a:ext cx="10363200" cy="233172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b" rtlCol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 b="1" spc="-50" dirty="0">
                <a:solidFill>
                  <a:srgbClr val="1A1A1A"/>
                </a:solidFill>
                <a:latin typeface="Iowan Old Style"/>
              </a:rPr>
              <a:t>Thank you</a:t>
            </a:r>
            <a:endParaRPr lang="en-US" sz="5800" dirty="0"/>
          </a:p>
        </p:txBody>
      </p:sp>
      <p:sp>
        <p:nvSpPr>
          <p:cNvPr id="3" name="Subtitle"/>
          <p:cNvSpPr/>
          <p:nvPr>
            <p:ph type="subTitle" idx="1"/>
          </p:nvPr>
        </p:nvSpPr>
        <p:spPr>
          <a:xfrm>
            <a:off x="914400" y="3909060"/>
            <a:ext cx="10363200" cy="1097280"/>
          </a:xfrm>
          <a:prstGeom prst="rect">
            <a:avLst/>
          </a:prstGeom>
          <a:noFill/>
          <a:ln>
            <a:noFill/>
          </a:ln>
        </p:spPr>
        <p:txBody>
          <a:bodyPr wrap="square" lIns="76200" tIns="76200" rIns="76200" bIns="76200" anchor="t" rtlCol="0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6B655B"/>
                </a:solidFill>
                <a:latin typeface="Iowan Old Style"/>
              </a:rPr>
              <a:t>Switch the theme in Deck ▸ Theme and watch everything re-skin</a:t>
            </a:r>
            <a:endParaRPr lang="en-US" sz="2600" dirty="0"/>
          </a:p>
        </p:txBody>
      </p:sp>
    </p:spTree>
  </p:cSld>
  <p:clrMapOvr>
    <a:masterClrMapping/>
  </p:clrMapOvr>
  <p:transition spd="med">
    <p:pull dir="d"/>
  </p:transition>
</p:sld>
</file>

<file path=ppt/theme/theme1.xml><?xml version="1.0" encoding="utf-8"?>
<a:theme xmlns:a="http://schemas.openxmlformats.org/drawingml/2006/main" name="Editorial">
  <a:themeElements>
    <a:clrScheme name="Editorial">
      <a:dk1>
        <a:srgbClr val="1A1A1A"/>
      </a:dk1>
      <a:lt1>
        <a:srgbClr val="F6F1E7"/>
      </a:lt1>
      <a:dk2>
        <a:srgbClr val="6B655B"/>
      </a:dk2>
      <a:lt2>
        <a:srgbClr val="E4E0D7"/>
      </a:lt2>
      <a:accent1>
        <a:srgbClr val="B3261E"/>
      </a:accent1>
      <a:accent2>
        <a:srgbClr val="1F4E79"/>
      </a:accent2>
      <a:accent3>
        <a:srgbClr val="C58B2A"/>
      </a:accent3>
      <a:accent4>
        <a:srgbClr val="3A6B4F"/>
      </a:accent4>
      <a:accent5>
        <a:srgbClr val="7A4A8B"/>
      </a:accent5>
      <a:accent6>
        <a:srgbClr val="555555"/>
      </a:accent6>
      <a:hlink>
        <a:srgbClr val="B3261E"/>
      </a:hlink>
      <a:folHlink>
        <a:srgbClr val="7A4A8B"/>
      </a:folHlink>
    </a:clrScheme>
    <a:fontScheme name="Editorial">
      <a:majorFont>
        <a:latin typeface="Iowan Old Style"/>
        <a:ea typeface=""/>
        <a:cs typeface=""/>
      </a:majorFont>
      <a:minorFont>
        <a:latin typeface="Iowan Old Style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Notes">
  <a:themeElements>
    <a:clrScheme name="Notes">
      <a:dk1>
        <a:srgbClr val="1A1A1A"/>
      </a:dk1>
      <a:lt1>
        <a:srgbClr val="F6F1E7"/>
      </a:lt1>
      <a:dk2>
        <a:srgbClr val="6B655B"/>
      </a:dk2>
      <a:lt2>
        <a:srgbClr val="E4E0D7"/>
      </a:lt2>
      <a:accent1>
        <a:srgbClr val="B3261E"/>
      </a:accent1>
      <a:accent2>
        <a:srgbClr val="1F4E79"/>
      </a:accent2>
      <a:accent3>
        <a:srgbClr val="C58B2A"/>
      </a:accent3>
      <a:accent4>
        <a:srgbClr val="3A6B4F"/>
      </a:accent4>
      <a:accent5>
        <a:srgbClr val="7A4A8B"/>
      </a:accent5>
      <a:accent6>
        <a:srgbClr val="555555"/>
      </a:accent6>
      <a:hlink>
        <a:srgbClr val="B3261E"/>
      </a:hlink>
      <a:folHlink>
        <a:srgbClr val="7A4A8B"/>
      </a:folHlink>
    </a:clrScheme>
    <a:fontScheme name="Notes">
      <a:majorFont>
        <a:latin typeface="Iowan Old Style"/>
        <a:ea typeface=""/>
        <a:cs typeface=""/>
      </a:majorFont>
      <a:minorFont>
        <a:latin typeface="Iowan Old Style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Stage</Application>
  <Slides>15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Presentation</dc:title>
  <dc:creator>Stage</dc:creator>
  <dcterms:created xsi:type="dcterms:W3CDTF">2026-10-26T16:14:49Z</dcterms:created>
  <dcterms:modified xsi:type="dcterms:W3CDTF">2026-10-26T16:14:49Z</dcterms:modified>
</cp:coreProperties>
</file>